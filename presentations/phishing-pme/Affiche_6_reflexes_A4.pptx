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240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SENSIBILISATION AU PHISHING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réflexes anti-phishing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08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Dans le doute : je ne clique pas, je vérifie, je signale.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365760"/>
            <a:ext cx="1508760" cy="1508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Hameçon, symbole du phish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713232"/>
            <a:ext cx="82296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514600"/>
            <a:ext cx="655624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704088" y="261518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76606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10528" y="25146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587752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Je lis l'adresse complète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Pas seulement le nom affiché : le domaine après le @ doit être exact.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3429000"/>
            <a:ext cx="655624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704088" y="352958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680460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10528" y="34290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02152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Je survole avant de cliquer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L'adresse réelle du lien s'affiche au survol (appui long sur mobile).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02920" y="4343400"/>
            <a:ext cx="655624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04088" y="444398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594860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10528" y="43434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4416552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Je me méfie de l'urgence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Menace, délai, confidentialité : autant de signaux d'alerte.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02920" y="5257800"/>
            <a:ext cx="655624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704088" y="535838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509260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510528" y="52578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4</a:t>
            </a:r>
            <a:endParaRPr lang="en-US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330952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Mot de passe : jamais par message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Aucun service sérieux ne le demande par e-mail, SMS ou téléphone.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02920" y="6172200"/>
            <a:ext cx="655624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704088" y="627278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6423660"/>
            <a:ext cx="301752" cy="30175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510528" y="61722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5</a:t>
            </a:r>
            <a:endParaRPr lang="en-US" sz="2600" dirty="0"/>
          </a:p>
        </p:txBody>
      </p:sp>
      <p:sp>
        <p:nvSpPr>
          <p:cNvPr id="32" name="Text 24"/>
          <p:cNvSpPr txBox="1"/>
          <p:nvPr/>
        </p:nvSpPr>
        <p:spPr>
          <a:xfrm>
            <a:off x="1508760" y="6245352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Je vérifie par un autre canal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Virement ou nouveau RIB : je rappelle sur un numéro déjà connu.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502920" y="7086600"/>
            <a:ext cx="6556248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34" name="Shape 26"/>
          <p:cNvSpPr/>
          <p:nvPr/>
        </p:nvSpPr>
        <p:spPr>
          <a:xfrm>
            <a:off x="704088" y="7187184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" y="7338060"/>
            <a:ext cx="301752" cy="30175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510528" y="70866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</a:t>
            </a:r>
            <a:endParaRPr lang="en-US" sz="2600" dirty="0"/>
          </a:p>
        </p:txBody>
      </p:sp>
      <p:sp>
        <p:nvSpPr>
          <p:cNvPr id="37" name="Text 28"/>
          <p:cNvSpPr txBox="1"/>
          <p:nvPr/>
        </p:nvSpPr>
        <p:spPr>
          <a:xfrm>
            <a:off x="1508760" y="7159752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Je signale, même dans le doute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Je préviens le service informatique : mieux vaut une alerte de trop.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502920" y="8092440"/>
            <a:ext cx="6556248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39" name="Shape 30"/>
          <p:cNvSpPr/>
          <p:nvPr/>
        </p:nvSpPr>
        <p:spPr>
          <a:xfrm>
            <a:off x="704088" y="829360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" y="8444484"/>
            <a:ext cx="301752" cy="30175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508760" y="829360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J'ai cliqué ? Chaque minute compte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1508760" y="88422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1920240" y="8750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Je débranche le réseau, sans éteindre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3383280" y="88422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3794760" y="8750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J'alerte le service informatique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257800" y="88422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5669280" y="8750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Je change mes mots de passe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502920" y="9573768"/>
            <a:ext cx="6556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Service informatique 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Tafré Mefré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Assistance 24 h/24 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17Cyber.gouv.fr · E-mail suspect : signal-spam.fr · SMS suspect : 33700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meçon">
  <a:themeElements>
    <a:clrScheme name="Hameçon">
      <a:dk1>
        <a:srgbClr val="14212E"/>
      </a:dk1>
      <a:lt1>
        <a:srgbClr val="FFFFFF"/>
      </a:lt1>
      <a:dk2>
        <a:srgbClr val="0E2235"/>
      </a:dk2>
      <a:lt2>
        <a:srgbClr val="EEF3F7"/>
      </a:lt2>
      <a:accent1>
        <a:srgbClr val="E8531F"/>
      </a:accent1>
      <a:accent2>
        <a:srgbClr val="0F7C76"/>
      </a:accent2>
      <a:accent3>
        <a:srgbClr val="4E6A84"/>
      </a:accent3>
      <a:accent4>
        <a:srgbClr val="F2A900"/>
      </a:accent4>
      <a:accent5>
        <a:srgbClr val="C62F3B"/>
      </a:accent5>
      <a:accent6>
        <a:srgbClr val="2E9E5B"/>
      </a:accent6>
      <a:hlink>
        <a:srgbClr val="0F7C76"/>
      </a:hlink>
      <a:folHlink>
        <a:srgbClr val="4E6A84"/>
      </a:folHlink>
    </a:clrScheme>
    <a:fontScheme name="Hameç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réflexes anti-phishing</dc:title>
  <dc:subject>PptxGenJS Presentation</dc:subject>
  <dc:creator>Tafré Mefré</dc:creator>
  <cp:lastModifiedBy>Tafré Mefré</cp:lastModifiedBy>
  <cp:revision>1</cp:revision>
  <dcterms:created xsi:type="dcterms:W3CDTF">2026-10-06T14:04:44Z</dcterms:created>
  <dcterms:modified xsi:type="dcterms:W3CDTF">2026-10-06T14:04:44Z</dcterms:modified>
</cp:coreProperties>
</file>